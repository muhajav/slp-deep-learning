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6"/>
  </p:notesMasterIdLst>
  <p:sldIdLst>
    <p:sldId id="271" r:id="rId2"/>
    <p:sldId id="272" r:id="rId5"/>
    <p:sldId id="273" r:id="rId4"/>
    <p:sldId id="274" r:id="rId3"/>
    <p:sldId id="275" r:id="rId13"/>
    <p:sldId id="276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16B"/>
    <a:srgbClr val="FED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A49609-5350-ADB0-84AD-610255F55846}" v="80" dt="2025-11-20T04:59:54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98" d="100"/>
          <a:sy n="98" d="100"/>
        </p:scale>
        <p:origin x="137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za Akmala" userId="7ebe868fa596d1a6" providerId="Windows Live" clId="Web-{4975E459-2548-CA38-04A9-56F46B7F3DD6}"/>
    <pc:docChg chg="modSld">
      <pc:chgData name="Jaza Akmala" userId="7ebe868fa596d1a6" providerId="Windows Live" clId="Web-{4975E459-2548-CA38-04A9-56F46B7F3DD6}" dt="2025-11-05T07:51:54.262" v="60"/>
      <pc:docMkLst>
        <pc:docMk/>
      </pc:docMkLst>
      <pc:sldChg chg="modSp">
        <pc:chgData name="Jaza Akmala" userId="7ebe868fa596d1a6" providerId="Windows Live" clId="Web-{4975E459-2548-CA38-04A9-56F46B7F3DD6}" dt="2025-11-05T07:51:54.262" v="60"/>
        <pc:sldMkLst>
          <pc:docMk/>
          <pc:sldMk cId="617624767" sldId="263"/>
        </pc:sldMkLst>
        <pc:spChg chg="mod">
          <ac:chgData name="Jaza Akmala" userId="7ebe868fa596d1a6" providerId="Windows Live" clId="Web-{4975E459-2548-CA38-04A9-56F46B7F3DD6}" dt="2025-11-05T07:33:47.692" v="44" actId="20577"/>
          <ac:spMkLst>
            <pc:docMk/>
            <pc:sldMk cId="617624767" sldId="263"/>
            <ac:spMk id="8" creationId="{A1DD6963-329F-4C2D-F90C-87E0FCA8D4A6}"/>
          </ac:spMkLst>
        </pc:spChg>
        <pc:picChg chg="mod modCrop">
          <ac:chgData name="Jaza Akmala" userId="7ebe868fa596d1a6" providerId="Windows Live" clId="Web-{4975E459-2548-CA38-04A9-56F46B7F3DD6}" dt="2025-11-05T07:51:54.262" v="60"/>
          <ac:picMkLst>
            <pc:docMk/>
            <pc:sldMk cId="617624767" sldId="263"/>
            <ac:picMk id="13" creationId="{DBF6017E-3CAF-D1C3-3592-6AC0C15F2226}"/>
          </ac:picMkLst>
        </pc:picChg>
      </pc:sldChg>
      <pc:sldChg chg="modSp">
        <pc:chgData name="Jaza Akmala" userId="7ebe868fa596d1a6" providerId="Windows Live" clId="Web-{4975E459-2548-CA38-04A9-56F46B7F3DD6}" dt="2025-11-05T07:32:18.160" v="23" actId="20577"/>
        <pc:sldMkLst>
          <pc:docMk/>
          <pc:sldMk cId="725657007" sldId="265"/>
        </pc:sldMkLst>
        <pc:spChg chg="mod">
          <ac:chgData name="Jaza Akmala" userId="7ebe868fa596d1a6" providerId="Windows Live" clId="Web-{4975E459-2548-CA38-04A9-56F46B7F3DD6}" dt="2025-11-05T07:32:18.160" v="23" actId="20577"/>
          <ac:spMkLst>
            <pc:docMk/>
            <pc:sldMk cId="725657007" sldId="265"/>
            <ac:spMk id="3" creationId="{774C6BDD-36F0-E45D-B3F6-35184CDD5E0E}"/>
          </ac:spMkLst>
        </pc:spChg>
      </pc:sldChg>
      <pc:sldChg chg="modSp">
        <pc:chgData name="Jaza Akmala" userId="7ebe868fa596d1a6" providerId="Windows Live" clId="Web-{4975E459-2548-CA38-04A9-56F46B7F3DD6}" dt="2025-11-05T07:32:45.894" v="34" actId="20577"/>
        <pc:sldMkLst>
          <pc:docMk/>
          <pc:sldMk cId="3716408230" sldId="271"/>
        </pc:sldMkLst>
        <pc:spChg chg="mod">
          <ac:chgData name="Jaza Akmala" userId="7ebe868fa596d1a6" providerId="Windows Live" clId="Web-{4975E459-2548-CA38-04A9-56F46B7F3DD6}" dt="2025-11-05T07:32:45.894" v="34" actId="20577"/>
          <ac:spMkLst>
            <pc:docMk/>
            <pc:sldMk cId="3716408230" sldId="271"/>
            <ac:spMk id="4" creationId="{A899A740-6A8C-D6A0-3426-06F59EF3FEB9}"/>
          </ac:spMkLst>
        </pc:spChg>
      </pc:sldChg>
    </pc:docChg>
  </pc:docChgLst>
  <pc:docChgLst>
    <pc:chgData name="Jaza Akmala" userId="7ebe868fa596d1a6" providerId="Windows Live" clId="Web-{6F8B1E37-3905-9C3F-9B1D-09C280AD5A79}"/>
    <pc:docChg chg="addSld modSld">
      <pc:chgData name="Jaza Akmala" userId="7ebe868fa596d1a6" providerId="Windows Live" clId="Web-{6F8B1E37-3905-9C3F-9B1D-09C280AD5A79}" dt="2025-11-14T05:44:22.757" v="1"/>
      <pc:docMkLst>
        <pc:docMk/>
      </pc:docMkLst>
      <pc:sldChg chg="modSp add replId">
        <pc:chgData name="Jaza Akmala" userId="7ebe868fa596d1a6" providerId="Windows Live" clId="Web-{6F8B1E37-3905-9C3F-9B1D-09C280AD5A79}" dt="2025-11-14T05:44:22.757" v="1"/>
        <pc:sldMkLst>
          <pc:docMk/>
          <pc:sldMk cId="1547351887" sldId="272"/>
        </pc:sldMkLst>
        <pc:picChg chg="mod">
          <ac:chgData name="Jaza Akmala" userId="7ebe868fa596d1a6" providerId="Windows Live" clId="Web-{6F8B1E37-3905-9C3F-9B1D-09C280AD5A79}" dt="2025-11-14T05:44:22.757" v="1"/>
          <ac:picMkLst>
            <pc:docMk/>
            <pc:sldMk cId="1547351887" sldId="272"/>
            <ac:picMk id="21" creationId="{A02B4780-C71E-D294-74C4-58D637F8B356}"/>
          </ac:picMkLst>
        </pc:picChg>
      </pc:sldChg>
    </pc:docChg>
  </pc:docChgLst>
  <pc:docChgLst>
    <pc:chgData name="Jaza Akmala" userId="7ebe868fa596d1a6" providerId="Windows Live" clId="Web-{99419BC7-A3E4-049F-038A-6F4C36ACF19E}"/>
    <pc:docChg chg="modSld">
      <pc:chgData name="Jaza Akmala" userId="7ebe868fa596d1a6" providerId="Windows Live" clId="Web-{99419BC7-A3E4-049F-038A-6F4C36ACF19E}" dt="2025-11-14T06:26:31.527" v="0"/>
      <pc:docMkLst>
        <pc:docMk/>
      </pc:docMkLst>
      <pc:sldChg chg="modSp">
        <pc:chgData name="Jaza Akmala" userId="7ebe868fa596d1a6" providerId="Windows Live" clId="Web-{99419BC7-A3E4-049F-038A-6F4C36ACF19E}" dt="2025-11-14T06:26:31.527" v="0"/>
        <pc:sldMkLst>
          <pc:docMk/>
          <pc:sldMk cId="1547351887" sldId="272"/>
        </pc:sldMkLst>
        <pc:picChg chg="mod">
          <ac:chgData name="Jaza Akmala" userId="7ebe868fa596d1a6" providerId="Windows Live" clId="Web-{99419BC7-A3E4-049F-038A-6F4C36ACF19E}" dt="2025-11-14T06:26:31.527" v="0"/>
          <ac:picMkLst>
            <pc:docMk/>
            <pc:sldMk cId="1547351887" sldId="272"/>
            <ac:picMk id="21" creationId="{A02B4780-C71E-D294-74C4-58D637F8B356}"/>
          </ac:picMkLst>
        </pc:picChg>
      </pc:sldChg>
    </pc:docChg>
  </pc:docChgLst>
  <pc:docChgLst>
    <pc:chgData name="Jaza Akmala" userId="7ebe868fa596d1a6" providerId="Windows Live" clId="Web-{92C1BAA2-A4E7-8B74-98BC-4DCF6D3FC48C}"/>
    <pc:docChg chg="addSld delSld modSld">
      <pc:chgData name="Jaza Akmala" userId="7ebe868fa596d1a6" providerId="Windows Live" clId="Web-{92C1BAA2-A4E7-8B74-98BC-4DCF6D3FC48C}" dt="2025-10-23T02:33:06.565" v="159"/>
      <pc:docMkLst>
        <pc:docMk/>
      </pc:docMkLst>
      <pc:sldChg chg="addSp delSp modSp">
        <pc:chgData name="Jaza Akmala" userId="7ebe868fa596d1a6" providerId="Windows Live" clId="Web-{92C1BAA2-A4E7-8B74-98BC-4DCF6D3FC48C}" dt="2025-10-22T06:08:56.195" v="109"/>
        <pc:sldMkLst>
          <pc:docMk/>
          <pc:sldMk cId="617624767" sldId="263"/>
        </pc:sldMkLst>
        <pc:spChg chg="add mod">
          <ac:chgData name="Jaza Akmala" userId="7ebe868fa596d1a6" providerId="Windows Live" clId="Web-{92C1BAA2-A4E7-8B74-98BC-4DCF6D3FC48C}" dt="2025-10-22T06:03:11.948" v="25"/>
          <ac:spMkLst>
            <pc:docMk/>
            <pc:sldMk cId="617624767" sldId="263"/>
            <ac:spMk id="8" creationId="{A1DD6963-329F-4C2D-F90C-87E0FCA8D4A6}"/>
          </ac:spMkLst>
        </pc:spChg>
        <pc:spChg chg="ord">
          <ac:chgData name="Jaza Akmala" userId="7ebe868fa596d1a6" providerId="Windows Live" clId="Web-{92C1BAA2-A4E7-8B74-98BC-4DCF6D3FC48C}" dt="2025-10-22T06:08:55.008" v="97"/>
          <ac:spMkLst>
            <pc:docMk/>
            <pc:sldMk cId="617624767" sldId="263"/>
            <ac:spMk id="77" creationId="{E4E27E24-69D5-AB7F-3F42-905EAB2AFC0A}"/>
          </ac:spMkLst>
        </pc:spChg>
        <pc:spChg chg="ord">
          <ac:chgData name="Jaza Akmala" userId="7ebe868fa596d1a6" providerId="Windows Live" clId="Web-{92C1BAA2-A4E7-8B74-98BC-4DCF6D3FC48C}" dt="2025-10-22T06:08:56.195" v="109"/>
          <ac:spMkLst>
            <pc:docMk/>
            <pc:sldMk cId="617624767" sldId="263"/>
            <ac:spMk id="81" creationId="{6F38E8E7-1F8E-B74A-FDEA-6C4C1B9E13E4}"/>
          </ac:spMkLst>
        </pc:spChg>
        <pc:spChg chg="ord">
          <ac:chgData name="Jaza Akmala" userId="7ebe868fa596d1a6" providerId="Windows Live" clId="Web-{92C1BAA2-A4E7-8B74-98BC-4DCF6D3FC48C}" dt="2025-10-22T06:08:55.570" v="104"/>
          <ac:spMkLst>
            <pc:docMk/>
            <pc:sldMk cId="617624767" sldId="263"/>
            <ac:spMk id="119" creationId="{7DF1BB75-06B2-E1A5-FDBA-CD3A37AC68F0}"/>
          </ac:spMkLst>
        </pc:spChg>
        <pc:picChg chg="add mod ord">
          <ac:chgData name="Jaza Akmala" userId="7ebe868fa596d1a6" providerId="Windows Live" clId="Web-{92C1BAA2-A4E7-8B74-98BC-4DCF6D3FC48C}" dt="2025-10-22T06:08:54.461" v="90"/>
          <ac:picMkLst>
            <pc:docMk/>
            <pc:sldMk cId="617624767" sldId="263"/>
            <ac:picMk id="13" creationId="{DBF6017E-3CAF-D1C3-3592-6AC0C15F2226}"/>
          </ac:picMkLst>
        </pc:picChg>
      </pc:sldChg>
      <pc:sldChg chg="addSp delSp modSp">
        <pc:chgData name="Jaza Akmala" userId="7ebe868fa596d1a6" providerId="Windows Live" clId="Web-{92C1BAA2-A4E7-8B74-98BC-4DCF6D3FC48C}" dt="2025-10-22T06:03:26.589" v="31" actId="1076"/>
        <pc:sldMkLst>
          <pc:docMk/>
          <pc:sldMk cId="725657007" sldId="265"/>
        </pc:sldMkLst>
        <pc:spChg chg="add mod">
          <ac:chgData name="Jaza Akmala" userId="7ebe868fa596d1a6" providerId="Windows Live" clId="Web-{92C1BAA2-A4E7-8B74-98BC-4DCF6D3FC48C}" dt="2025-10-22T06:03:26.589" v="31" actId="1076"/>
          <ac:spMkLst>
            <pc:docMk/>
            <pc:sldMk cId="725657007" sldId="265"/>
            <ac:spMk id="3" creationId="{774C6BDD-36F0-E45D-B3F6-35184CDD5E0E}"/>
          </ac:spMkLst>
        </pc:spChg>
      </pc:sldChg>
      <pc:sldChg chg="addSp delSp modSp add">
        <pc:chgData name="Jaza Akmala" userId="7ebe868fa596d1a6" providerId="Windows Live" clId="Web-{92C1BAA2-A4E7-8B74-98BC-4DCF6D3FC48C}" dt="2025-10-23T02:33:00.971" v="158" actId="1076"/>
        <pc:sldMkLst>
          <pc:docMk/>
          <pc:sldMk cId="3716408230" sldId="271"/>
        </pc:sldMkLst>
        <pc:spChg chg="add">
          <ac:chgData name="Jaza Akmala" userId="7ebe868fa596d1a6" providerId="Windows Live" clId="Web-{92C1BAA2-A4E7-8B74-98BC-4DCF6D3FC48C}" dt="2025-10-23T02:32:55.377" v="155"/>
          <ac:spMkLst>
            <pc:docMk/>
            <pc:sldMk cId="3716408230" sldId="271"/>
            <ac:spMk id="4" creationId="{A899A740-6A8C-D6A0-3426-06F59EF3FEB9}"/>
          </ac:spMkLst>
        </pc:spChg>
        <pc:spChg chg="mod">
          <ac:chgData name="Jaza Akmala" userId="7ebe868fa596d1a6" providerId="Windows Live" clId="Web-{92C1BAA2-A4E7-8B74-98BC-4DCF6D3FC48C}" dt="2025-10-23T02:33:00.924" v="156" actId="1076"/>
          <ac:spMkLst>
            <pc:docMk/>
            <pc:sldMk cId="3716408230" sldId="271"/>
            <ac:spMk id="10" creationId="{0F2E16C3-8ECB-D279-7EE8-7FE1D1B53325}"/>
          </ac:spMkLst>
        </pc:spChg>
        <pc:spChg chg="mod">
          <ac:chgData name="Jaza Akmala" userId="7ebe868fa596d1a6" providerId="Windows Live" clId="Web-{92C1BAA2-A4E7-8B74-98BC-4DCF6D3FC48C}" dt="2025-10-23T02:33:00.940" v="157" actId="1076"/>
          <ac:spMkLst>
            <pc:docMk/>
            <pc:sldMk cId="3716408230" sldId="271"/>
            <ac:spMk id="34" creationId="{556B42BB-9030-DBEC-FD2C-3CC3685818C2}"/>
          </ac:spMkLst>
        </pc:spChg>
        <pc:spChg chg="mod">
          <ac:chgData name="Jaza Akmala" userId="7ebe868fa596d1a6" providerId="Windows Live" clId="Web-{92C1BAA2-A4E7-8B74-98BC-4DCF6D3FC48C}" dt="2025-10-23T02:33:00.971" v="158" actId="1076"/>
          <ac:spMkLst>
            <pc:docMk/>
            <pc:sldMk cId="3716408230" sldId="271"/>
            <ac:spMk id="339" creationId="{3798821E-9396-C132-17A6-B92010C7E269}"/>
          </ac:spMkLst>
        </pc:spChg>
        <pc:picChg chg="mod">
          <ac:chgData name="Jaza Akmala" userId="7ebe868fa596d1a6" providerId="Windows Live" clId="Web-{92C1BAA2-A4E7-8B74-98BC-4DCF6D3FC48C}" dt="2025-10-23T02:32:32.393" v="152"/>
          <ac:picMkLst>
            <pc:docMk/>
            <pc:sldMk cId="3716408230" sldId="271"/>
            <ac:picMk id="2" creationId="{4C71F56C-17D7-597D-A490-F4078EBAD9BB}"/>
          </ac:picMkLst>
        </pc:picChg>
      </pc:sldChg>
    </pc:docChg>
  </pc:docChgLst>
  <pc:docChgLst>
    <pc:chgData name="Jaza Akmala" userId="7ebe868fa596d1a6" providerId="Windows Live" clId="Web-{A25CD43D-90A6-FF26-EB95-514B2800573F}"/>
    <pc:docChg chg="modSld">
      <pc:chgData name="Jaza Akmala" userId="7ebe868fa596d1a6" providerId="Windows Live" clId="Web-{A25CD43D-90A6-FF26-EB95-514B2800573F}" dt="2025-10-23T05:40:14.578" v="6" actId="20577"/>
      <pc:docMkLst>
        <pc:docMk/>
      </pc:docMkLst>
      <pc:sldChg chg="modSp">
        <pc:chgData name="Jaza Akmala" userId="7ebe868fa596d1a6" providerId="Windows Live" clId="Web-{A25CD43D-90A6-FF26-EB95-514B2800573F}" dt="2025-10-23T05:39:49.109" v="1" actId="20577"/>
        <pc:sldMkLst>
          <pc:docMk/>
          <pc:sldMk cId="617624767" sldId="263"/>
        </pc:sldMkLst>
        <pc:spChg chg="mod">
          <ac:chgData name="Jaza Akmala" userId="7ebe868fa596d1a6" providerId="Windows Live" clId="Web-{A25CD43D-90A6-FF26-EB95-514B2800573F}" dt="2025-10-23T05:39:49.109" v="1" actId="20577"/>
          <ac:spMkLst>
            <pc:docMk/>
            <pc:sldMk cId="617624767" sldId="263"/>
            <ac:spMk id="8" creationId="{A1DD6963-329F-4C2D-F90C-87E0FCA8D4A6}"/>
          </ac:spMkLst>
        </pc:spChg>
      </pc:sldChg>
      <pc:sldChg chg="modSp">
        <pc:chgData name="Jaza Akmala" userId="7ebe868fa596d1a6" providerId="Windows Live" clId="Web-{A25CD43D-90A6-FF26-EB95-514B2800573F}" dt="2025-10-23T05:40:06" v="4" actId="20577"/>
        <pc:sldMkLst>
          <pc:docMk/>
          <pc:sldMk cId="725657007" sldId="265"/>
        </pc:sldMkLst>
        <pc:spChg chg="mod">
          <ac:chgData name="Jaza Akmala" userId="7ebe868fa596d1a6" providerId="Windows Live" clId="Web-{A25CD43D-90A6-FF26-EB95-514B2800573F}" dt="2025-10-23T05:40:06" v="4" actId="20577"/>
          <ac:spMkLst>
            <pc:docMk/>
            <pc:sldMk cId="725657007" sldId="265"/>
            <ac:spMk id="3" creationId="{774C6BDD-36F0-E45D-B3F6-35184CDD5E0E}"/>
          </ac:spMkLst>
        </pc:spChg>
      </pc:sldChg>
      <pc:sldChg chg="modSp">
        <pc:chgData name="Jaza Akmala" userId="7ebe868fa596d1a6" providerId="Windows Live" clId="Web-{A25CD43D-90A6-FF26-EB95-514B2800573F}" dt="2025-10-23T05:40:14.578" v="6" actId="20577"/>
        <pc:sldMkLst>
          <pc:docMk/>
          <pc:sldMk cId="3716408230" sldId="271"/>
        </pc:sldMkLst>
        <pc:spChg chg="mod">
          <ac:chgData name="Jaza Akmala" userId="7ebe868fa596d1a6" providerId="Windows Live" clId="Web-{A25CD43D-90A6-FF26-EB95-514B2800573F}" dt="2025-10-23T05:40:14.578" v="6" actId="20577"/>
          <ac:spMkLst>
            <pc:docMk/>
            <pc:sldMk cId="3716408230" sldId="271"/>
            <ac:spMk id="4" creationId="{A899A740-6A8C-D6A0-3426-06F59EF3FEB9}"/>
          </ac:spMkLst>
        </pc:spChg>
      </pc:sldChg>
    </pc:docChg>
  </pc:docChgLst>
  <pc:docChgLst>
    <pc:chgData name="Jaza Akmala" userId="7ebe868fa596d1a6" providerId="Windows Live" clId="Web-{76A49609-5350-ADB0-84AD-610255F55846}"/>
    <pc:docChg chg="mod delSld modSld addMainMaster delMainMaster modMainMaster setSldSz">
      <pc:chgData name="Jaza Akmala" userId="7ebe868fa596d1a6" providerId="Windows Live" clId="Web-{76A49609-5350-ADB0-84AD-610255F55846}" dt="2025-11-20T04:59:54.471" v="78" actId="1076"/>
      <pc:docMkLst>
        <pc:docMk/>
      </pc:docMkLst>
      <pc:sldChg chg="addSp delSp modSp mod modClrScheme chgLayout">
        <pc:chgData name="Jaza Akmala" userId="7ebe868fa596d1a6" providerId="Windows Live" clId="Web-{76A49609-5350-ADB0-84AD-610255F55846}" dt="2025-11-20T04:59:54.471" v="78" actId="1076"/>
        <pc:sldMkLst>
          <pc:docMk/>
          <pc:sldMk cId="617624767" sldId="263"/>
        </pc:sldMkLst>
        <pc:spChg chg="mod">
          <ac:chgData name="Jaza Akmala" userId="7ebe868fa596d1a6" providerId="Windows Live" clId="Web-{76A49609-5350-ADB0-84AD-610255F55846}" dt="2025-11-20T04:34:18.189" v="1"/>
          <ac:spMkLst>
            <pc:docMk/>
            <pc:sldMk cId="617624767" sldId="263"/>
            <ac:spMk id="4" creationId="{12DEF595-DBC8-9E08-F8DA-4250BF3BFAED}"/>
          </ac:spMkLst>
        </pc:spChg>
        <pc:spChg chg="mod">
          <ac:chgData name="Jaza Akmala" userId="7ebe868fa596d1a6" providerId="Windows Live" clId="Web-{76A49609-5350-ADB0-84AD-610255F55846}" dt="2025-11-20T04:34:18.189" v="1"/>
          <ac:spMkLst>
            <pc:docMk/>
            <pc:sldMk cId="617624767" sldId="263"/>
            <ac:spMk id="5" creationId="{47A63D54-F51A-492D-B8A8-1C253FB7D25D}"/>
          </ac:spMkLst>
        </pc:spChg>
        <pc:spChg chg="mod">
          <ac:chgData name="Jaza Akmala" userId="7ebe868fa596d1a6" providerId="Windows Live" clId="Web-{76A49609-5350-ADB0-84AD-610255F55846}" dt="2025-11-20T04:34:18.189" v="1"/>
          <ac:spMkLst>
            <pc:docMk/>
            <pc:sldMk cId="617624767" sldId="263"/>
            <ac:spMk id="7" creationId="{19589994-AE7A-FEA2-EC26-BEB6B594FA54}"/>
          </ac:spMkLst>
        </pc:spChg>
        <pc:spChg chg="mod">
          <ac:chgData name="Jaza Akmala" userId="7ebe868fa596d1a6" providerId="Windows Live" clId="Web-{76A49609-5350-ADB0-84AD-610255F55846}" dt="2025-11-20T04:59:54.471" v="78" actId="1076"/>
          <ac:spMkLst>
            <pc:docMk/>
            <pc:sldMk cId="617624767" sldId="263"/>
            <ac:spMk id="8" creationId="{A1DD6963-329F-4C2D-F90C-87E0FCA8D4A6}"/>
          </ac:spMkLst>
        </pc:spChg>
        <pc:spChg chg="mod">
          <ac:chgData name="Jaza Akmala" userId="7ebe868fa596d1a6" providerId="Windows Live" clId="Web-{76A49609-5350-ADB0-84AD-610255F55846}" dt="2025-11-20T04:37:07.492" v="34" actId="14100"/>
          <ac:spMkLst>
            <pc:docMk/>
            <pc:sldMk cId="617624767" sldId="263"/>
            <ac:spMk id="77" creationId="{E4E27E24-69D5-AB7F-3F42-905EAB2AFC0A}"/>
          </ac:spMkLst>
        </pc:spChg>
        <pc:spChg chg="mod">
          <ac:chgData name="Jaza Akmala" userId="7ebe868fa596d1a6" providerId="Windows Live" clId="Web-{76A49609-5350-ADB0-84AD-610255F55846}" dt="2025-11-20T04:59:54.456" v="77" actId="1076"/>
          <ac:spMkLst>
            <pc:docMk/>
            <pc:sldMk cId="617624767" sldId="263"/>
            <ac:spMk id="81" creationId="{6F38E8E7-1F8E-B74A-FDEA-6C4C1B9E13E4}"/>
          </ac:spMkLst>
        </pc:spChg>
        <pc:spChg chg="mod">
          <ac:chgData name="Jaza Akmala" userId="7ebe868fa596d1a6" providerId="Windows Live" clId="Web-{76A49609-5350-ADB0-84AD-610255F55846}" dt="2025-11-20T04:37:07.507" v="35" actId="14100"/>
          <ac:spMkLst>
            <pc:docMk/>
            <pc:sldMk cId="617624767" sldId="263"/>
            <ac:spMk id="119" creationId="{7DF1BB75-06B2-E1A5-FDBA-CD3A37AC68F0}"/>
          </ac:spMkLst>
        </pc:spChg>
        <pc:picChg chg="add">
          <ac:chgData name="Jaza Akmala" userId="7ebe868fa596d1a6" providerId="Windows Live" clId="Web-{76A49609-5350-ADB0-84AD-610255F55846}" dt="2025-11-20T04:36:48.679" v="29"/>
          <ac:picMkLst>
            <pc:docMk/>
            <pc:sldMk cId="617624767" sldId="263"/>
            <ac:picMk id="3" creationId="{C8F97CC5-4015-C1C8-17F9-01DAE69061D9}"/>
          </ac:picMkLst>
        </pc:picChg>
        <pc:picChg chg="del mod">
          <ac:chgData name="Jaza Akmala" userId="7ebe868fa596d1a6" providerId="Windows Live" clId="Web-{76A49609-5350-ADB0-84AD-610255F55846}" dt="2025-11-20T04:36:48.100" v="28"/>
          <ac:picMkLst>
            <pc:docMk/>
            <pc:sldMk cId="617624767" sldId="263"/>
            <ac:picMk id="6" creationId="{94AE33D2-D0DA-0156-5984-2F2A8FAEA527}"/>
          </ac:picMkLst>
        </pc:picChg>
        <pc:picChg chg="mod modCrop">
          <ac:chgData name="Jaza Akmala" userId="7ebe868fa596d1a6" providerId="Windows Live" clId="Web-{76A49609-5350-ADB0-84AD-610255F55846}" dt="2025-11-20T04:38:11.353" v="47"/>
          <ac:picMkLst>
            <pc:docMk/>
            <pc:sldMk cId="617624767" sldId="263"/>
            <ac:picMk id="13" creationId="{DBF6017E-3CAF-D1C3-3592-6AC0C15F2226}"/>
          </ac:picMkLst>
        </pc:picChg>
      </pc:sldChg>
      <pc:sldChg chg="modSp mod modClrScheme chgLayout">
        <pc:chgData name="Jaza Akmala" userId="7ebe868fa596d1a6" providerId="Windows Live" clId="Web-{76A49609-5350-ADB0-84AD-610255F55846}" dt="2025-11-20T04:34:41.158" v="5" actId="1076"/>
        <pc:sldMkLst>
          <pc:docMk/>
          <pc:sldMk cId="725657007" sldId="265"/>
        </pc:sldMkLst>
        <pc:spChg chg="mod">
          <ac:chgData name="Jaza Akmala" userId="7ebe868fa596d1a6" providerId="Windows Live" clId="Web-{76A49609-5350-ADB0-84AD-610255F55846}" dt="2025-11-20T04:34:37.143" v="4" actId="1076"/>
          <ac:spMkLst>
            <pc:docMk/>
            <pc:sldMk cId="725657007" sldId="265"/>
            <ac:spMk id="3" creationId="{774C6BDD-36F0-E45D-B3F6-35184CDD5E0E}"/>
          </ac:spMkLst>
        </pc:spChg>
        <pc:picChg chg="mod">
          <ac:chgData name="Jaza Akmala" userId="7ebe868fa596d1a6" providerId="Windows Live" clId="Web-{76A49609-5350-ADB0-84AD-610255F55846}" dt="2025-11-20T04:34:41.158" v="5" actId="1076"/>
          <ac:picMkLst>
            <pc:docMk/>
            <pc:sldMk cId="725657007" sldId="265"/>
            <ac:picMk id="6" creationId="{9AE8265B-7D8C-6D32-A7F6-4156DE9D4005}"/>
          </ac:picMkLst>
        </pc:picChg>
        <pc:cxnChg chg="mod">
          <ac:chgData name="Jaza Akmala" userId="7ebe868fa596d1a6" providerId="Windows Live" clId="Web-{76A49609-5350-ADB0-84AD-610255F55846}" dt="2025-11-20T04:34:37.143" v="3" actId="1076"/>
          <ac:cxnSpMkLst>
            <pc:docMk/>
            <pc:sldMk cId="725657007" sldId="265"/>
            <ac:cxnSpMk id="75" creationId="{9E092F20-ABAD-C5A9-3E94-35811E841B4E}"/>
          </ac:cxnSpMkLst>
        </pc:cxnChg>
      </pc:sldChg>
      <pc:sldChg chg="del">
        <pc:chgData name="Jaza Akmala" userId="7ebe868fa596d1a6" providerId="Windows Live" clId="Web-{76A49609-5350-ADB0-84AD-610255F55846}" dt="2025-11-20T04:33:18.482" v="0"/>
        <pc:sldMkLst>
          <pc:docMk/>
          <pc:sldMk cId="2498089392" sldId="270"/>
        </pc:sldMkLst>
      </pc:sldChg>
      <pc:sldChg chg="addSp delSp modSp mod modClrScheme chgLayout">
        <pc:chgData name="Jaza Akmala" userId="7ebe868fa596d1a6" providerId="Windows Live" clId="Web-{76A49609-5350-ADB0-84AD-610255F55846}" dt="2025-11-20T04:59:40.502" v="72" actId="14100"/>
        <pc:sldMkLst>
          <pc:docMk/>
          <pc:sldMk cId="3716408230" sldId="271"/>
        </pc:sldMkLst>
        <pc:spChg chg="mod">
          <ac:chgData name="Jaza Akmala" userId="7ebe868fa596d1a6" providerId="Windows Live" clId="Web-{76A49609-5350-ADB0-84AD-610255F55846}" dt="2025-11-20T04:39:31.698" v="65" actId="1076"/>
          <ac:spMkLst>
            <pc:docMk/>
            <pc:sldMk cId="3716408230" sldId="271"/>
            <ac:spMk id="4" creationId="{A899A740-6A8C-D6A0-3426-06F59EF3FEB9}"/>
          </ac:spMkLst>
        </pc:spChg>
        <pc:spChg chg="mod">
          <ac:chgData name="Jaza Akmala" userId="7ebe868fa596d1a6" providerId="Windows Live" clId="Web-{76A49609-5350-ADB0-84AD-610255F55846}" dt="2025-11-20T04:39:31.682" v="64" actId="1076"/>
          <ac:spMkLst>
            <pc:docMk/>
            <pc:sldMk cId="3716408230" sldId="271"/>
            <ac:spMk id="7" creationId="{BCB9FCB5-7101-5F06-EA95-2A22FE5DA446}"/>
          </ac:spMkLst>
        </pc:spChg>
        <pc:spChg chg="mod">
          <ac:chgData name="Jaza Akmala" userId="7ebe868fa596d1a6" providerId="Windows Live" clId="Web-{76A49609-5350-ADB0-84AD-610255F55846}" dt="2025-11-20T04:39:18.276" v="60" actId="14100"/>
          <ac:spMkLst>
            <pc:docMk/>
            <pc:sldMk cId="3716408230" sldId="271"/>
            <ac:spMk id="8" creationId="{A585AB90-7799-DBBE-1D86-7645E8B06941}"/>
          </ac:spMkLst>
        </pc:spChg>
        <pc:spChg chg="mod">
          <ac:chgData name="Jaza Akmala" userId="7ebe868fa596d1a6" providerId="Windows Live" clId="Web-{76A49609-5350-ADB0-84AD-610255F55846}" dt="2025-11-20T04:39:13.979" v="59" actId="14100"/>
          <ac:spMkLst>
            <pc:docMk/>
            <pc:sldMk cId="3716408230" sldId="271"/>
            <ac:spMk id="9" creationId="{E2BE0CFD-EEF8-F497-D63E-9FFC2728620B}"/>
          </ac:spMkLst>
        </pc:spChg>
        <pc:spChg chg="mod">
          <ac:chgData name="Jaza Akmala" userId="7ebe868fa596d1a6" providerId="Windows Live" clId="Web-{76A49609-5350-ADB0-84AD-610255F55846}" dt="2025-11-20T04:59:40.502" v="72" actId="14100"/>
          <ac:spMkLst>
            <pc:docMk/>
            <pc:sldMk cId="3716408230" sldId="271"/>
            <ac:spMk id="10" creationId="{0F2E16C3-8ECB-D279-7EE8-7FE1D1B53325}"/>
          </ac:spMkLst>
        </pc:spChg>
        <pc:spChg chg="mod">
          <ac:chgData name="Jaza Akmala" userId="7ebe868fa596d1a6" providerId="Windows Live" clId="Web-{76A49609-5350-ADB0-84AD-610255F55846}" dt="2025-11-20T04:34:18.189" v="1"/>
          <ac:spMkLst>
            <pc:docMk/>
            <pc:sldMk cId="3716408230" sldId="271"/>
            <ac:spMk id="34" creationId="{556B42BB-9030-DBEC-FD2C-3CC3685818C2}"/>
          </ac:spMkLst>
        </pc:spChg>
        <pc:spChg chg="mod">
          <ac:chgData name="Jaza Akmala" userId="7ebe868fa596d1a6" providerId="Windows Live" clId="Web-{76A49609-5350-ADB0-84AD-610255F55846}" dt="2025-11-20T04:39:23.167" v="61" actId="1076"/>
          <ac:spMkLst>
            <pc:docMk/>
            <pc:sldMk cId="3716408230" sldId="271"/>
            <ac:spMk id="261" creationId="{76E78D56-5534-1487-D4D3-5A3AACF4505B}"/>
          </ac:spMkLst>
        </pc:spChg>
        <pc:spChg chg="mod">
          <ac:chgData name="Jaza Akmala" userId="7ebe868fa596d1a6" providerId="Windows Live" clId="Web-{76A49609-5350-ADB0-84AD-610255F55846}" dt="2025-11-20T04:34:18.189" v="1"/>
          <ac:spMkLst>
            <pc:docMk/>
            <pc:sldMk cId="3716408230" sldId="271"/>
            <ac:spMk id="339" creationId="{3798821E-9396-C132-17A6-B92010C7E269}"/>
          </ac:spMkLst>
        </pc:spChg>
        <pc:picChg chg="mod modCrop">
          <ac:chgData name="Jaza Akmala" userId="7ebe868fa596d1a6" providerId="Windows Live" clId="Web-{76A49609-5350-ADB0-84AD-610255F55846}" dt="2025-11-20T04:39:08.479" v="57"/>
          <ac:picMkLst>
            <pc:docMk/>
            <pc:sldMk cId="3716408230" sldId="271"/>
            <ac:picMk id="2" creationId="{4C71F56C-17D7-597D-A490-F4078EBAD9BB}"/>
          </ac:picMkLst>
        </pc:picChg>
        <pc:picChg chg="add">
          <ac:chgData name="Jaza Akmala" userId="7ebe868fa596d1a6" providerId="Windows Live" clId="Web-{76A49609-5350-ADB0-84AD-610255F55846}" dt="2025-11-20T04:39:37.011" v="67"/>
          <ac:picMkLst>
            <pc:docMk/>
            <pc:sldMk cId="3716408230" sldId="271"/>
            <ac:picMk id="5" creationId="{E7DAA146-18C5-81DA-89F8-EFC975FA2BAD}"/>
          </ac:picMkLst>
        </pc:picChg>
        <pc:picChg chg="del mod">
          <ac:chgData name="Jaza Akmala" userId="7ebe868fa596d1a6" providerId="Windows Live" clId="Web-{76A49609-5350-ADB0-84AD-610255F55846}" dt="2025-11-20T04:39:34.089" v="66"/>
          <ac:picMkLst>
            <pc:docMk/>
            <pc:sldMk cId="3716408230" sldId="271"/>
            <ac:picMk id="6" creationId="{419009CE-8BDA-F04A-0453-C06C40809A6B}"/>
          </ac:picMkLst>
        </pc:picChg>
      </pc:sldChg>
      <pc:sldChg chg="modSp mod modClrScheme chgLayout">
        <pc:chgData name="Jaza Akmala" userId="7ebe868fa596d1a6" providerId="Windows Live" clId="Web-{76A49609-5350-ADB0-84AD-610255F55846}" dt="2025-11-20T04:36:37.147" v="27" actId="1076"/>
        <pc:sldMkLst>
          <pc:docMk/>
          <pc:sldMk cId="1547351887" sldId="272"/>
        </pc:sldMkLst>
        <pc:spChg chg="mod">
          <ac:chgData name="Jaza Akmala" userId="7ebe868fa596d1a6" providerId="Windows Live" clId="Web-{76A49609-5350-ADB0-84AD-610255F55846}" dt="2025-11-20T04:36:37.147" v="27" actId="1076"/>
          <ac:spMkLst>
            <pc:docMk/>
            <pc:sldMk cId="1547351887" sldId="272"/>
            <ac:spMk id="5" creationId="{9971E3B7-9362-84DB-FBC5-A058131AFBE3}"/>
          </ac:spMkLst>
        </pc:spChg>
        <pc:spChg chg="mod">
          <ac:chgData name="Jaza Akmala" userId="7ebe868fa596d1a6" providerId="Windows Live" clId="Web-{76A49609-5350-ADB0-84AD-610255F55846}" dt="2025-11-20T04:36:37.131" v="26" actId="1076"/>
          <ac:spMkLst>
            <pc:docMk/>
            <pc:sldMk cId="1547351887" sldId="272"/>
            <ac:spMk id="26" creationId="{ADD04061-A1BD-A7E1-035E-80A9F7BFACA7}"/>
          </ac:spMkLst>
        </pc:spChg>
        <pc:spChg chg="mod">
          <ac:chgData name="Jaza Akmala" userId="7ebe868fa596d1a6" providerId="Windows Live" clId="Web-{76A49609-5350-ADB0-84AD-610255F55846}" dt="2025-11-20T04:35:22.535" v="9" actId="14100"/>
          <ac:spMkLst>
            <pc:docMk/>
            <pc:sldMk cId="1547351887" sldId="272"/>
            <ac:spMk id="31" creationId="{CAB9D00C-92E3-A879-3FDD-F0C58AFB258E}"/>
          </ac:spMkLst>
        </pc:spChg>
        <pc:spChg chg="mod">
          <ac:chgData name="Jaza Akmala" userId="7ebe868fa596d1a6" providerId="Windows Live" clId="Web-{76A49609-5350-ADB0-84AD-610255F55846}" dt="2025-11-20T04:34:18.189" v="1"/>
          <ac:spMkLst>
            <pc:docMk/>
            <pc:sldMk cId="1547351887" sldId="272"/>
            <ac:spMk id="34" creationId="{76112550-B457-68BD-9727-96A75ACB53D9}"/>
          </ac:spMkLst>
        </pc:spChg>
        <pc:spChg chg="mod">
          <ac:chgData name="Jaza Akmala" userId="7ebe868fa596d1a6" providerId="Windows Live" clId="Web-{76A49609-5350-ADB0-84AD-610255F55846}" dt="2025-11-20T04:35:16.160" v="7" actId="14100"/>
          <ac:spMkLst>
            <pc:docMk/>
            <pc:sldMk cId="1547351887" sldId="272"/>
            <ac:spMk id="36" creationId="{BCC90D6F-BF9A-FC14-F0C4-9C88CDBA184F}"/>
          </ac:spMkLst>
        </pc:spChg>
        <pc:spChg chg="mod">
          <ac:chgData name="Jaza Akmala" userId="7ebe868fa596d1a6" providerId="Windows Live" clId="Web-{76A49609-5350-ADB0-84AD-610255F55846}" dt="2025-11-20T04:36:21.475" v="23" actId="1076"/>
          <ac:spMkLst>
            <pc:docMk/>
            <pc:sldMk cId="1547351887" sldId="272"/>
            <ac:spMk id="381" creationId="{39D73640-16BA-6627-A92C-DF07FE0E98AE}"/>
          </ac:spMkLst>
        </pc:spChg>
        <pc:picChg chg="mod modCrop">
          <ac:chgData name="Jaza Akmala" userId="7ebe868fa596d1a6" providerId="Windows Live" clId="Web-{76A49609-5350-ADB0-84AD-610255F55846}" dt="2025-11-20T04:36:29.944" v="25" actId="1076"/>
          <ac:picMkLst>
            <pc:docMk/>
            <pc:sldMk cId="1547351887" sldId="272"/>
            <ac:picMk id="21" creationId="{A02B4780-C71E-D294-74C4-58D637F8B356}"/>
          </ac:picMkLst>
        </pc:picChg>
        <pc:picChg chg="mod">
          <ac:chgData name="Jaza Akmala" userId="7ebe868fa596d1a6" providerId="Windows Live" clId="Web-{76A49609-5350-ADB0-84AD-610255F55846}" dt="2025-11-20T04:36:17.662" v="22" actId="1076"/>
          <ac:picMkLst>
            <pc:docMk/>
            <pc:sldMk cId="1547351887" sldId="272"/>
            <ac:picMk id="29" creationId="{F0D9A130-742B-CCE0-3DE9-C048946B94F3}"/>
          </ac:picMkLst>
        </pc:picChg>
      </pc:sldChg>
      <pc:sldMasterChg chg="modSp del delSldLayout modSldLayout">
        <pc:chgData name="Jaza Akmala" userId="7ebe868fa596d1a6" providerId="Windows Live" clId="Web-{76A49609-5350-ADB0-84AD-610255F55846}" dt="2025-11-20T04:34:20.642" v="2"/>
        <pc:sldMasterMkLst>
          <pc:docMk/>
          <pc:sldMasterMk cId="1495470915" sldId="2147483648"/>
        </pc:sldMasterMkLst>
        <pc:spChg chg="mod">
          <ac:chgData name="Jaza Akmala" userId="7ebe868fa596d1a6" providerId="Windows Live" clId="Web-{76A49609-5350-ADB0-84AD-610255F55846}" dt="2025-11-20T04:34:18.189" v="1"/>
          <ac:spMkLst>
            <pc:docMk/>
            <pc:sldMasterMk cId="1495470915" sldId="2147483648"/>
            <ac:spMk id="2" creationId="{8602028E-E924-9313-4B6D-E11254DBCE14}"/>
          </ac:spMkLst>
        </pc:spChg>
        <pc:spChg chg="mod">
          <ac:chgData name="Jaza Akmala" userId="7ebe868fa596d1a6" providerId="Windows Live" clId="Web-{76A49609-5350-ADB0-84AD-610255F55846}" dt="2025-11-20T04:34:18.189" v="1"/>
          <ac:spMkLst>
            <pc:docMk/>
            <pc:sldMasterMk cId="1495470915" sldId="2147483648"/>
            <ac:spMk id="3" creationId="{8D168C0E-E9F0-2EC1-0265-FB74C5D70064}"/>
          </ac:spMkLst>
        </pc:spChg>
        <pc:spChg chg="mod">
          <ac:chgData name="Jaza Akmala" userId="7ebe868fa596d1a6" providerId="Windows Live" clId="Web-{76A49609-5350-ADB0-84AD-610255F55846}" dt="2025-11-20T04:34:18.189" v="1"/>
          <ac:spMkLst>
            <pc:docMk/>
            <pc:sldMasterMk cId="1495470915" sldId="2147483648"/>
            <ac:spMk id="4" creationId="{1775411D-BF0F-4D6C-5000-5B492ECB06E9}"/>
          </ac:spMkLst>
        </pc:spChg>
        <pc:spChg chg="mod">
          <ac:chgData name="Jaza Akmala" userId="7ebe868fa596d1a6" providerId="Windows Live" clId="Web-{76A49609-5350-ADB0-84AD-610255F55846}" dt="2025-11-20T04:34:18.189" v="1"/>
          <ac:spMkLst>
            <pc:docMk/>
            <pc:sldMasterMk cId="1495470915" sldId="2147483648"/>
            <ac:spMk id="5" creationId="{13CA8139-B429-A82E-7B79-416F4E1E8340}"/>
          </ac:spMkLst>
        </pc:spChg>
        <pc:spChg chg="mod">
          <ac:chgData name="Jaza Akmala" userId="7ebe868fa596d1a6" providerId="Windows Live" clId="Web-{76A49609-5350-ADB0-84AD-610255F55846}" dt="2025-11-20T04:34:18.189" v="1"/>
          <ac:spMkLst>
            <pc:docMk/>
            <pc:sldMasterMk cId="1495470915" sldId="2147483648"/>
            <ac:spMk id="6" creationId="{E63629B1-04D1-88B6-33A2-342E21692053}"/>
          </ac:spMkLst>
        </pc:spChg>
        <pc:sldLayoutChg chg="modSp del">
          <pc:chgData name="Jaza Akmala" userId="7ebe868fa596d1a6" providerId="Windows Live" clId="Web-{76A49609-5350-ADB0-84AD-610255F55846}" dt="2025-11-20T04:34:20.642" v="2"/>
          <pc:sldLayoutMkLst>
            <pc:docMk/>
            <pc:sldMasterMk cId="1495470915" sldId="2147483648"/>
            <pc:sldLayoutMk cId="3530029481" sldId="2147483650"/>
          </pc:sldLayoutMkLst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3530029481" sldId="2147483650"/>
              <ac:spMk id="2" creationId="{38292228-3C82-BE20-5AB4-EC0C0F8D89F5}"/>
            </ac:spMkLst>
          </pc:spChg>
        </pc:sldLayoutChg>
        <pc:sldLayoutChg chg="modSp del">
          <pc:chgData name="Jaza Akmala" userId="7ebe868fa596d1a6" providerId="Windows Live" clId="Web-{76A49609-5350-ADB0-84AD-610255F55846}" dt="2025-11-20T04:34:20.642" v="2"/>
          <pc:sldLayoutMkLst>
            <pc:docMk/>
            <pc:sldMasterMk cId="1495470915" sldId="2147483648"/>
            <pc:sldLayoutMk cId="3132913858" sldId="2147483651"/>
          </pc:sldLayoutMkLst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3132913858" sldId="2147483651"/>
              <ac:spMk id="26" creationId="{B1A24852-136E-59ED-7F16-01F38A64B6BE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3132913858" sldId="2147483651"/>
              <ac:spMk id="36" creationId="{0878C86D-461D-3226-5E55-18A00A60C974}"/>
            </ac:spMkLst>
          </pc:spChg>
        </pc:sldLayoutChg>
        <pc:sldLayoutChg chg="modSp del">
          <pc:chgData name="Jaza Akmala" userId="7ebe868fa596d1a6" providerId="Windows Live" clId="Web-{76A49609-5350-ADB0-84AD-610255F55846}" dt="2025-11-20T04:34:20.642" v="2"/>
          <pc:sldLayoutMkLst>
            <pc:docMk/>
            <pc:sldMasterMk cId="1495470915" sldId="2147483648"/>
            <pc:sldLayoutMk cId="1929629150" sldId="2147483652"/>
          </pc:sldLayoutMkLst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1929629150" sldId="2147483652"/>
              <ac:spMk id="2" creationId="{04F6280E-E123-A39A-C538-F64639C8A521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1929629150" sldId="2147483652"/>
              <ac:spMk id="3" creationId="{76455F73-FD8E-6577-F54A-585736F56302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1929629150" sldId="2147483652"/>
              <ac:spMk id="4" creationId="{DB592A40-A77E-6EAB-FDFD-EAA25B466EF3}"/>
            </ac:spMkLst>
          </pc:spChg>
        </pc:sldLayoutChg>
        <pc:sldLayoutChg chg="modSp del">
          <pc:chgData name="Jaza Akmala" userId="7ebe868fa596d1a6" providerId="Windows Live" clId="Web-{76A49609-5350-ADB0-84AD-610255F55846}" dt="2025-11-20T04:34:20.642" v="2"/>
          <pc:sldLayoutMkLst>
            <pc:docMk/>
            <pc:sldMasterMk cId="1495470915" sldId="2147483648"/>
            <pc:sldLayoutMk cId="1116620882" sldId="2147483653"/>
          </pc:sldLayoutMkLst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1116620882" sldId="2147483653"/>
              <ac:spMk id="2" creationId="{B2359B8A-252E-CB28-4E94-BE5DBBDFD7E1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1116620882" sldId="2147483653"/>
              <ac:spMk id="3" creationId="{13CD01F8-B83B-1E07-2CDD-2E7254C5EEA7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1116620882" sldId="2147483653"/>
              <ac:spMk id="4" creationId="{BAD3A4C1-9E80-76D2-29E2-4B0A348F41E3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1116620882" sldId="2147483653"/>
              <ac:spMk id="5" creationId="{2E821B15-A042-7A0A-953B-6AABD3CB6750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1116620882" sldId="2147483653"/>
              <ac:spMk id="6" creationId="{6477BFD3-15F8-9387-2F5D-F321C8D72A35}"/>
            </ac:spMkLst>
          </pc:spChg>
        </pc:sldLayoutChg>
        <pc:sldLayoutChg chg="modSp del">
          <pc:chgData name="Jaza Akmala" userId="7ebe868fa596d1a6" providerId="Windows Live" clId="Web-{76A49609-5350-ADB0-84AD-610255F55846}" dt="2025-11-20T04:34:20.642" v="2"/>
          <pc:sldLayoutMkLst>
            <pc:docMk/>
            <pc:sldMasterMk cId="1495470915" sldId="2147483648"/>
            <pc:sldLayoutMk cId="866320913" sldId="2147483654"/>
          </pc:sldLayoutMkLst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866320913" sldId="2147483654"/>
              <ac:spMk id="2" creationId="{389F01E3-4A52-396A-EB02-500C2E34A7B6}"/>
            </ac:spMkLst>
          </pc:spChg>
        </pc:sldLayoutChg>
        <pc:sldLayoutChg chg="del">
          <pc:chgData name="Jaza Akmala" userId="7ebe868fa596d1a6" providerId="Windows Live" clId="Web-{76A49609-5350-ADB0-84AD-610255F55846}" dt="2025-11-20T04:34:20.642" v="2"/>
          <pc:sldLayoutMkLst>
            <pc:docMk/>
            <pc:sldMasterMk cId="1495470915" sldId="2147483648"/>
            <pc:sldLayoutMk cId="2005147438" sldId="2147483655"/>
          </pc:sldLayoutMkLst>
        </pc:sldLayoutChg>
        <pc:sldLayoutChg chg="modSp del">
          <pc:chgData name="Jaza Akmala" userId="7ebe868fa596d1a6" providerId="Windows Live" clId="Web-{76A49609-5350-ADB0-84AD-610255F55846}" dt="2025-11-20T04:34:20.642" v="2"/>
          <pc:sldLayoutMkLst>
            <pc:docMk/>
            <pc:sldMasterMk cId="1495470915" sldId="2147483648"/>
            <pc:sldLayoutMk cId="3967953170" sldId="2147483656"/>
          </pc:sldLayoutMkLst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3967953170" sldId="2147483656"/>
              <ac:spMk id="2" creationId="{A47F612A-9C0E-BC9D-DC1B-85CECB82DBD6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3967953170" sldId="2147483656"/>
              <ac:spMk id="3" creationId="{44FCA2F2-B1F1-A602-D946-F499A01519D1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3967953170" sldId="2147483656"/>
              <ac:spMk id="4" creationId="{46832B6B-8BA4-3B15-1509-0AF94919DB3D}"/>
            </ac:spMkLst>
          </pc:spChg>
        </pc:sldLayoutChg>
        <pc:sldLayoutChg chg="modSp del">
          <pc:chgData name="Jaza Akmala" userId="7ebe868fa596d1a6" providerId="Windows Live" clId="Web-{76A49609-5350-ADB0-84AD-610255F55846}" dt="2025-11-20T04:34:20.642" v="2"/>
          <pc:sldLayoutMkLst>
            <pc:docMk/>
            <pc:sldMasterMk cId="1495470915" sldId="2147483648"/>
            <pc:sldLayoutMk cId="807211667" sldId="2147483657"/>
          </pc:sldLayoutMkLst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807211667" sldId="2147483657"/>
              <ac:spMk id="2" creationId="{552EA417-73E9-8DE9-135C-7841C27EA740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807211667" sldId="2147483657"/>
              <ac:spMk id="3" creationId="{96735BB4-2134-3546-FE5E-C5B59BEF048D}"/>
            </ac:spMkLst>
          </pc:spChg>
          <pc:spChg chg="mod">
            <ac:chgData name="Jaza Akmala" userId="7ebe868fa596d1a6" providerId="Windows Live" clId="Web-{76A49609-5350-ADB0-84AD-610255F55846}" dt="2025-11-20T04:34:18.189" v="1"/>
            <ac:spMkLst>
              <pc:docMk/>
              <pc:sldMasterMk cId="1495470915" sldId="2147483648"/>
              <pc:sldLayoutMk cId="807211667" sldId="2147483657"/>
              <ac:spMk id="4" creationId="{088F464A-5A18-59B8-3618-810DBEACEE7B}"/>
            </ac:spMkLst>
          </pc:spChg>
        </pc:sldLayoutChg>
      </pc:sldMasterChg>
      <pc:sldMasterChg chg="add addSldLayout modSldLayout">
        <pc:chgData name="Jaza Akmala" userId="7ebe868fa596d1a6" providerId="Windows Live" clId="Web-{76A49609-5350-ADB0-84AD-610255F55846}" dt="2025-11-20T04:34:20.642" v="2"/>
        <pc:sldMasterMkLst>
          <pc:docMk/>
          <pc:sldMasterMk cId="483258858" sldId="2147483658"/>
        </pc:sldMasterMkLst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1315258122" sldId="2147483659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1540103186" sldId="2147483660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2311062592" sldId="2147483661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3623949396" sldId="2147483662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2896817978" sldId="2147483663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1707790889" sldId="2147483664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3844248097" sldId="2147483665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4108044232" sldId="2147483666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735841197" sldId="2147483667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4116379107" sldId="2147483668"/>
          </pc:sldLayoutMkLst>
        </pc:sldLayoutChg>
        <pc:sldLayoutChg chg="add mod replId">
          <pc:chgData name="Jaza Akmala" userId="7ebe868fa596d1a6" providerId="Windows Live" clId="Web-{76A49609-5350-ADB0-84AD-610255F55846}" dt="2025-11-20T04:34:20.642" v="2"/>
          <pc:sldLayoutMkLst>
            <pc:docMk/>
            <pc:sldMasterMk cId="483258858" sldId="2147483658"/>
            <pc:sldLayoutMk cId="4092799352" sldId="214748366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A2308-3FDE-6040-AA3C-2222D62C2F80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63BF7-38E9-544E-B8EF-9A3BC1DBE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82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7" name="Konektor Panah Lurus 74">
            <a:extLst>
              <a:ext uri="{FF2B5EF4-FFF2-40B4-BE49-F238E27FC236}">
                <a16:creationId xmlns:a16="http://schemas.microsoft.com/office/drawing/2014/main" id="{797049A1-39FC-C7A4-CEEC-29D2A69FDA79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3A1603BD-4993-489E-3C7E-3CF89E16D1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sp>
        <p:nvSpPr>
          <p:cNvPr id="9" name="TextBox 372">
            <a:extLst>
              <a:ext uri="{FF2B5EF4-FFF2-40B4-BE49-F238E27FC236}">
                <a16:creationId xmlns:a16="http://schemas.microsoft.com/office/drawing/2014/main" id="{F6EB44F2-18CC-185F-0AE6-DFB6C1E32558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1525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Konektor Panah Lurus 74">
            <a:extLst>
              <a:ext uri="{FF2B5EF4-FFF2-40B4-BE49-F238E27FC236}">
                <a16:creationId xmlns:a16="http://schemas.microsoft.com/office/drawing/2014/main" id="{3A6AFB60-3D95-BF07-EE09-F52D2309330C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C4E14438-60B1-A444-987B-8D9110F3F1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sp>
        <p:nvSpPr>
          <p:cNvPr id="9" name="TextBox 372">
            <a:extLst>
              <a:ext uri="{FF2B5EF4-FFF2-40B4-BE49-F238E27FC236}">
                <a16:creationId xmlns:a16="http://schemas.microsoft.com/office/drawing/2014/main" id="{EC02B25B-9A16-F33C-6797-A5C414F779CF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4010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Konektor Panah Lurus 74">
            <a:extLst>
              <a:ext uri="{FF2B5EF4-FFF2-40B4-BE49-F238E27FC236}">
                <a16:creationId xmlns:a16="http://schemas.microsoft.com/office/drawing/2014/main" id="{A900E4FA-0CC6-26B6-0832-54FDE75FF1C2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64B687E5-489E-3F94-A0F4-E284736C60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sp>
        <p:nvSpPr>
          <p:cNvPr id="9" name="TextBox 372">
            <a:extLst>
              <a:ext uri="{FF2B5EF4-FFF2-40B4-BE49-F238E27FC236}">
                <a16:creationId xmlns:a16="http://schemas.microsoft.com/office/drawing/2014/main" id="{B0BC18AA-8DED-DDF9-49A2-0ADF921BAB2C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1106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Konektor Panah Lurus 74">
            <a:extLst>
              <a:ext uri="{FF2B5EF4-FFF2-40B4-BE49-F238E27FC236}">
                <a16:creationId xmlns:a16="http://schemas.microsoft.com/office/drawing/2014/main" id="{03840759-AFC3-0CBA-A58A-CC3CDA66637D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AF8300CE-2AD2-34E6-7A0B-3038F4B9B0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sp>
        <p:nvSpPr>
          <p:cNvPr id="10" name="TextBox 372">
            <a:extLst>
              <a:ext uri="{FF2B5EF4-FFF2-40B4-BE49-F238E27FC236}">
                <a16:creationId xmlns:a16="http://schemas.microsoft.com/office/drawing/2014/main" id="{0FB51666-05A9-D397-8FEF-F8825E13DC7A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2394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Konektor Panah Lurus 74">
            <a:extLst>
              <a:ext uri="{FF2B5EF4-FFF2-40B4-BE49-F238E27FC236}">
                <a16:creationId xmlns:a16="http://schemas.microsoft.com/office/drawing/2014/main" id="{6B35EEC5-514E-E20C-7FF0-CE31C4F60FE1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80C333A8-D8F5-25FD-8E0B-9E419A96A6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sp>
        <p:nvSpPr>
          <p:cNvPr id="12" name="TextBox 372">
            <a:extLst>
              <a:ext uri="{FF2B5EF4-FFF2-40B4-BE49-F238E27FC236}">
                <a16:creationId xmlns:a16="http://schemas.microsoft.com/office/drawing/2014/main" id="{DD52EDDC-DE0C-B30C-056A-9CA619E2E003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9681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Konektor Panah Lurus 74">
            <a:extLst>
              <a:ext uri="{FF2B5EF4-FFF2-40B4-BE49-F238E27FC236}">
                <a16:creationId xmlns:a16="http://schemas.microsoft.com/office/drawing/2014/main" id="{5770A854-2B0E-8440-EB8F-BBA6B1836C5E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FE2D1836-2A62-131D-7A57-C84425CD57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sp>
        <p:nvSpPr>
          <p:cNvPr id="8" name="TextBox 372">
            <a:extLst>
              <a:ext uri="{FF2B5EF4-FFF2-40B4-BE49-F238E27FC236}">
                <a16:creationId xmlns:a16="http://schemas.microsoft.com/office/drawing/2014/main" id="{B30DC485-EB54-EA09-EE96-8EBBDD069C38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0779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Konektor Panah Lurus 74">
            <a:extLst>
              <a:ext uri="{FF2B5EF4-FFF2-40B4-BE49-F238E27FC236}">
                <a16:creationId xmlns:a16="http://schemas.microsoft.com/office/drawing/2014/main" id="{E7DC156F-BDF5-7CB2-CDCC-E6AF4697BA55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B13B3774-D873-FA95-6001-1C943705F8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sp>
        <p:nvSpPr>
          <p:cNvPr id="7" name="TextBox 372">
            <a:extLst>
              <a:ext uri="{FF2B5EF4-FFF2-40B4-BE49-F238E27FC236}">
                <a16:creationId xmlns:a16="http://schemas.microsoft.com/office/drawing/2014/main" id="{F853FFA2-6E7E-194A-003C-3097B7206C5C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4424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Konektor Panah Lurus 74">
            <a:extLst>
              <a:ext uri="{FF2B5EF4-FFF2-40B4-BE49-F238E27FC236}">
                <a16:creationId xmlns:a16="http://schemas.microsoft.com/office/drawing/2014/main" id="{5D5E9B56-2DB7-B424-E930-94214DA1C703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922082CA-857C-8933-8D10-25BDB12272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sp>
        <p:nvSpPr>
          <p:cNvPr id="10" name="TextBox 372">
            <a:extLst>
              <a:ext uri="{FF2B5EF4-FFF2-40B4-BE49-F238E27FC236}">
                <a16:creationId xmlns:a16="http://schemas.microsoft.com/office/drawing/2014/main" id="{AA66C53F-9CCC-7DB7-EC5C-F6EC3A342B8A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08044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77872C90-0E72-8171-1C2E-4574E18F9D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cxnSp>
        <p:nvCxnSpPr>
          <p:cNvPr id="11" name="Konektor Panah Lurus 74">
            <a:extLst>
              <a:ext uri="{FF2B5EF4-FFF2-40B4-BE49-F238E27FC236}">
                <a16:creationId xmlns:a16="http://schemas.microsoft.com/office/drawing/2014/main" id="{AC3FD2D1-54BD-8CD0-8AA9-FF028D1472B4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72">
            <a:extLst>
              <a:ext uri="{FF2B5EF4-FFF2-40B4-BE49-F238E27FC236}">
                <a16:creationId xmlns:a16="http://schemas.microsoft.com/office/drawing/2014/main" id="{0F47411C-6BC5-D249-4B00-0FF6F2F8A433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3584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C0575796-A51E-3818-401A-10F5ADFFF5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cxnSp>
        <p:nvCxnSpPr>
          <p:cNvPr id="10" name="Konektor Panah Lurus 74">
            <a:extLst>
              <a:ext uri="{FF2B5EF4-FFF2-40B4-BE49-F238E27FC236}">
                <a16:creationId xmlns:a16="http://schemas.microsoft.com/office/drawing/2014/main" id="{CA11439C-2381-A487-A087-789EFE886B6F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372">
            <a:extLst>
              <a:ext uri="{FF2B5EF4-FFF2-40B4-BE49-F238E27FC236}">
                <a16:creationId xmlns:a16="http://schemas.microsoft.com/office/drawing/2014/main" id="{E4ED55E3-7439-4FAE-333C-BE25BA87EB1A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1637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Konektor Panah Lurus 74">
            <a:extLst>
              <a:ext uri="{FF2B5EF4-FFF2-40B4-BE49-F238E27FC236}">
                <a16:creationId xmlns:a16="http://schemas.microsoft.com/office/drawing/2014/main" id="{3F008A95-9FCB-873C-6802-742A612A6822}"/>
              </a:ext>
            </a:extLst>
          </p:cNvPr>
          <p:cNvCxnSpPr/>
          <p:nvPr userDrawn="1"/>
        </p:nvCxnSpPr>
        <p:spPr>
          <a:xfrm>
            <a:off x="256382" y="6439557"/>
            <a:ext cx="8623668" cy="11298"/>
          </a:xfrm>
          <a:prstGeom prst="straightConnector1">
            <a:avLst/>
          </a:prstGeom>
          <a:ln w="12700">
            <a:solidFill>
              <a:srgbClr val="01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ambar 5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46E59336-A1DB-3436-7952-33FAAABCF5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68143" y="261033"/>
            <a:ext cx="1107104" cy="311267"/>
          </a:xfrm>
          <a:prstGeom prst="rect">
            <a:avLst/>
          </a:prstGeom>
        </p:spPr>
      </p:pic>
      <p:sp>
        <p:nvSpPr>
          <p:cNvPr id="9" name="TextBox 372">
            <a:extLst>
              <a:ext uri="{FF2B5EF4-FFF2-40B4-BE49-F238E27FC236}">
                <a16:creationId xmlns:a16="http://schemas.microsoft.com/office/drawing/2014/main" id="{485891DD-AF34-185F-41FF-30BF014DFB7D}"/>
              </a:ext>
            </a:extLst>
          </p:cNvPr>
          <p:cNvSpPr txBox="1"/>
          <p:nvPr userDrawn="1"/>
        </p:nvSpPr>
        <p:spPr>
          <a:xfrm>
            <a:off x="1816871" y="6497545"/>
            <a:ext cx="5507861" cy="2423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r>
              <a:rPr lang="en-US" sz="1125" b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 |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25" b="1" i="1">
                <a:ln/>
                <a:solidFill>
                  <a:srgbClr val="01416B"/>
                </a:solidFill>
                <a:latin typeface="Gama-Sans-Bold"/>
                <a:ea typeface="Calibri"/>
                <a:cs typeface="Calibri"/>
              </a:rPr>
              <a:t>Self-Reliant, Sustainable </a:t>
            </a:r>
            <a:endParaRPr lang="en-US" sz="1125" i="1">
              <a:ln/>
              <a:solidFill>
                <a:srgbClr val="000000"/>
              </a:solidFill>
              <a:latin typeface="Gama-Sans-Bold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2799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7615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325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Gama-Sans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ama-Sans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ma-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ma-Sans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ma-Sans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ma-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google.com/spreadsheets/d/1yhi8ASebpmljJ3NpYQ7NmxlWLmhGOI6W/edit?gid=1211907647#gid=121190764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bar 1" descr="Sebuah gambar berisi sketsa, gambar, seni, hitam dan putih&#10;&#10;Konten yang dihasilkan AI mungkin salah.">
            <a:extLst>
              <a:ext uri="{FF2B5EF4-FFF2-40B4-BE49-F238E27FC236}">
                <a16:creationId xmlns:a16="http://schemas.microsoft.com/office/drawing/2014/main" id="{4C71F56C-17D7-597D-A490-F4078EBAD9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12243" r="12720"/>
          <a:stretch>
            <a:fillRect/>
          </a:stretch>
        </p:blipFill>
        <p:spPr>
          <a:xfrm>
            <a:off x="-2338" y="-728"/>
            <a:ext cx="9151314" cy="68605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B9FCB5-7101-5F06-EA95-2A22FE5DA4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8278" y="6425327"/>
            <a:ext cx="1178486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25" spc="225" baseline="0" dirty="0" err="1">
                <a:ln/>
                <a:solidFill>
                  <a:srgbClr val="0E426B"/>
                </a:solidFill>
                <a:latin typeface="Gama-Sans-Bold"/>
                <a:sym typeface="Gama-Sans-Bold"/>
                <a:rtl val="0"/>
              </a:rPr>
              <a:t>ugm.ac.id</a:t>
            </a:r>
            <a:endParaRPr lang="en-US" sz="1125" spc="225" baseline="0" dirty="0">
              <a:ln/>
              <a:solidFill>
                <a:srgbClr val="0E426B"/>
              </a:solidFill>
              <a:latin typeface="Gama-Sans-Bold"/>
              <a:sym typeface="Gama-Sans-Bold"/>
              <a:rtl val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2E16C3-8ECB-D279-7EE8-7FE1D1B53325}"/>
              </a:ext>
            </a:extLst>
          </p:cNvPr>
          <p:cNvSpPr txBox="1"/>
          <p:nvPr/>
        </p:nvSpPr>
        <p:spPr>
          <a:xfrm>
            <a:off x="4659959" y="3952351"/>
            <a:ext cx="3174255" cy="9024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lnSpc>
                <a:spcPts val="1560"/>
              </a:lnSpc>
              <a:spcAft>
                <a:spcPts val="300"/>
              </a:spcAft>
            </a:pPr>
            <a:r>
              <a:rPr sz="1300" b="1">
                <a:solidFill>
                  <a:srgbClr val="01416B"/>
                </a:solidFill>
                <a:latin typeface="Gama-Sans-Bold"/>
              </a:rPr>
              <a:t>Muhammad Javier</a:t>
            </a:r>
            <a:endParaRPr lang="en-US" sz="1200" dirty="0">
              <a:ln/>
              <a:solidFill>
                <a:srgbClr val="01416B"/>
              </a:solidFill>
              <a:latin typeface="Gama-Sans-Regular"/>
            </a:endParaRP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E426B"/>
                </a:solidFill>
                <a:latin typeface="Gama-Sans-Regular"/>
              </a:rPr>
              <a:t>{{NIM}}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Deep Learning — Universitas Gadjah Mada</a:t>
            </a: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556B42BB-9030-DBEC-FD2C-3CC3685818C2}"/>
              </a:ext>
            </a:extLst>
          </p:cNvPr>
          <p:cNvSpPr/>
          <p:nvPr/>
        </p:nvSpPr>
        <p:spPr>
          <a:xfrm>
            <a:off x="4748474" y="3817238"/>
            <a:ext cx="582882" cy="24194"/>
          </a:xfrm>
          <a:custGeom>
            <a:avLst/>
            <a:gdLst>
              <a:gd name="connsiteX0" fmla="*/ 0 w 777176"/>
              <a:gd name="connsiteY0" fmla="*/ 0 h 32258"/>
              <a:gd name="connsiteX1" fmla="*/ 777176 w 777176"/>
              <a:gd name="connsiteY1" fmla="*/ 0 h 32258"/>
              <a:gd name="connsiteX2" fmla="*/ 777176 w 777176"/>
              <a:gd name="connsiteY2" fmla="*/ 32258 h 32258"/>
              <a:gd name="connsiteX3" fmla="*/ 0 w 777176"/>
              <a:gd name="connsiteY3" fmla="*/ 32258 h 3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176" h="32258">
                <a:moveTo>
                  <a:pt x="0" y="0"/>
                </a:moveTo>
                <a:lnTo>
                  <a:pt x="777176" y="0"/>
                </a:lnTo>
                <a:lnTo>
                  <a:pt x="777176" y="32258"/>
                </a:lnTo>
                <a:lnTo>
                  <a:pt x="0" y="32258"/>
                </a:lnTo>
                <a:close/>
              </a:path>
            </a:pathLst>
          </a:custGeom>
          <a:solidFill>
            <a:srgbClr val="FDD40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798821E-9396-C132-17A6-B92010C7E269}"/>
              </a:ext>
            </a:extLst>
          </p:cNvPr>
          <p:cNvSpPr txBox="1"/>
          <p:nvPr/>
        </p:nvSpPr>
        <p:spPr>
          <a:xfrm>
            <a:off x="4659682" y="1690383"/>
            <a:ext cx="3615413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0E426B"/>
                </a:solidFill>
                <a:latin typeface="Gama-Sans-Regular"/>
              </a:rPr>
              <a:t>Assignment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01416B"/>
                </a:solidFill>
                <a:latin typeface="Gama-Sans-Bold"/>
              </a:rPr>
              <a:t>Single Layer Perceptron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01416B"/>
                </a:solidFill>
                <a:latin typeface="Gama-Sans-Bold"/>
              </a:rPr>
              <a:t>for Iris Binary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01416B"/>
                </a:solidFill>
                <a:latin typeface="Gama-Sans-Bold"/>
              </a:rPr>
              <a:t>Classification</a:t>
            </a:r>
          </a:p>
        </p:txBody>
      </p:sp>
      <p:sp>
        <p:nvSpPr>
          <p:cNvPr id="4" name="TextBox 372">
            <a:extLst>
              <a:ext uri="{FF2B5EF4-FFF2-40B4-BE49-F238E27FC236}">
                <a16:creationId xmlns:a16="http://schemas.microsoft.com/office/drawing/2014/main" id="{A899A740-6A8C-D6A0-3426-06F59EF3FE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85939" y="6256289"/>
            <a:ext cx="4422419" cy="42704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25" b="1" i="1" dirty="0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Merakyat</a:t>
            </a:r>
            <a:r>
              <a:rPr lang="en-US" sz="1125" b="1" i="1" dirty="0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dirty="0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Mandiri</a:t>
            </a:r>
            <a:r>
              <a:rPr lang="en-US" sz="1125" b="1" i="1" dirty="0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, </a:t>
            </a:r>
            <a:r>
              <a:rPr lang="en-US" sz="1125" b="1" i="1" dirty="0" err="1">
                <a:ln/>
                <a:solidFill>
                  <a:srgbClr val="01416B"/>
                </a:solidFill>
                <a:latin typeface="Gama-Sans-Bold"/>
                <a:sym typeface="Gama-Sans-Regular"/>
              </a:rPr>
              <a:t>Berkelanjutan</a:t>
            </a:r>
            <a:endParaRPr lang="en-US" sz="1125" b="1" i="1" dirty="0">
              <a:ln/>
              <a:solidFill>
                <a:srgbClr val="01416B"/>
              </a:solidFill>
              <a:latin typeface="Gama-Sans-Bold"/>
              <a:ea typeface="Calibri" panose="020F0502020204030204"/>
              <a:cs typeface="Calibri" panose="020F0502020204030204"/>
            </a:endParaRPr>
          </a:p>
          <a:p>
            <a:pPr algn="r"/>
            <a:r>
              <a:rPr lang="en-US" sz="1163" b="1" i="1" dirty="0">
                <a:ln/>
                <a:solidFill>
                  <a:srgbClr val="01416B"/>
                </a:solidFill>
                <a:latin typeface="Calibri"/>
                <a:ea typeface="Calibri"/>
                <a:cs typeface="Calibri"/>
                <a:sym typeface="Gama-Sans-Regular"/>
              </a:rPr>
              <a:t>Inclusive, </a:t>
            </a:r>
            <a:r>
              <a:rPr lang="en-US" sz="1163" b="1" i="1" dirty="0">
                <a:ln/>
                <a:solidFill>
                  <a:srgbClr val="01416B"/>
                </a:solidFill>
                <a:latin typeface="Calibri"/>
                <a:ea typeface="Calibri"/>
                <a:cs typeface="Calibri"/>
              </a:rPr>
              <a:t>Self-Reliant, Sustainable </a:t>
            </a:r>
            <a:endParaRPr lang="en-US" sz="1163" dirty="0">
              <a:ea typeface="Calibri"/>
              <a:cs typeface="Calibri"/>
            </a:endParaRPr>
          </a:p>
        </p:txBody>
      </p:sp>
      <p:pic>
        <p:nvPicPr>
          <p:cNvPr id="5" name="Gambar 4" descr="Sebuah gambar berisi teks, Font, Grafis, desain grafis&#10;&#10;Konten yang dihasilkan AI mungkin salah.">
            <a:extLst>
              <a:ext uri="{FF2B5EF4-FFF2-40B4-BE49-F238E27FC236}">
                <a16:creationId xmlns:a16="http://schemas.microsoft.com/office/drawing/2014/main" id="{E7DAA146-18C5-81DA-89F8-EFC975FA2B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38" y="402286"/>
            <a:ext cx="1967024" cy="55695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89E4D8E-2F06-8CBD-A660-0C76CE41A1D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958092" y="0"/>
            <a:ext cx="205098" cy="6868116"/>
            <a:chOff x="8958092" y="0"/>
            <a:chExt cx="205098" cy="6868116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DAC1EDED-5F74-8509-6700-F0843D9748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58092" y="0"/>
              <a:ext cx="205098" cy="3904921"/>
            </a:xfrm>
            <a:custGeom>
              <a:avLst/>
              <a:gdLst>
                <a:gd name="connsiteX0" fmla="*/ 0 w 177926"/>
                <a:gd name="connsiteY0" fmla="*/ 0 h 1672272"/>
                <a:gd name="connsiteX1" fmla="*/ 177927 w 177926"/>
                <a:gd name="connsiteY1" fmla="*/ 0 h 1672272"/>
                <a:gd name="connsiteX2" fmla="*/ 177927 w 177926"/>
                <a:gd name="connsiteY2" fmla="*/ 1672273 h 1672272"/>
                <a:gd name="connsiteX3" fmla="*/ 0 w 177926"/>
                <a:gd name="connsiteY3" fmla="*/ 1672273 h 1672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926" h="1672272">
                  <a:moveTo>
                    <a:pt x="0" y="0"/>
                  </a:moveTo>
                  <a:lnTo>
                    <a:pt x="177927" y="0"/>
                  </a:lnTo>
                  <a:lnTo>
                    <a:pt x="177927" y="1672273"/>
                  </a:lnTo>
                  <a:lnTo>
                    <a:pt x="0" y="1672273"/>
                  </a:lnTo>
                  <a:close/>
                </a:path>
              </a:pathLst>
            </a:custGeom>
            <a:solidFill>
              <a:srgbClr val="FDD40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1D94F85C-9923-69E4-E1CB-9E879B4DDB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958092" y="3897744"/>
              <a:ext cx="204766" cy="2970372"/>
            </a:xfrm>
            <a:custGeom>
              <a:avLst/>
              <a:gdLst>
                <a:gd name="connsiteX0" fmla="*/ 0 w 177926"/>
                <a:gd name="connsiteY0" fmla="*/ 0 h 1672272"/>
                <a:gd name="connsiteX1" fmla="*/ 177927 w 177926"/>
                <a:gd name="connsiteY1" fmla="*/ 0 h 1672272"/>
                <a:gd name="connsiteX2" fmla="*/ 177927 w 177926"/>
                <a:gd name="connsiteY2" fmla="*/ 1672273 h 1672272"/>
                <a:gd name="connsiteX3" fmla="*/ 0 w 177926"/>
                <a:gd name="connsiteY3" fmla="*/ 1672273 h 1672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926" h="1672272">
                  <a:moveTo>
                    <a:pt x="0" y="0"/>
                  </a:moveTo>
                  <a:lnTo>
                    <a:pt x="177927" y="0"/>
                  </a:lnTo>
                  <a:lnTo>
                    <a:pt x="177927" y="1672273"/>
                  </a:lnTo>
                  <a:lnTo>
                    <a:pt x="0" y="1672273"/>
                  </a:lnTo>
                  <a:close/>
                </a:path>
              </a:pathLst>
            </a:custGeom>
            <a:solidFill>
              <a:srgbClr val="01416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640823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1416B"/>
                </a:solidFill>
                <a:latin typeface="Gama-Sans-Bold"/>
              </a:rPr>
              <a:t>Accuracy — Google Sheets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05840"/>
            <a:ext cx="731520" cy="41148"/>
          </a:xfrm>
          <a:prstGeom prst="rect">
            <a:avLst/>
          </a:prstGeom>
          <a:solidFill>
            <a:srgbClr val="01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939B"/>
                </a:solidFill>
                <a:latin typeface="Gama-Sans-Regular"/>
              </a:rPr>
              <a:t>Training vs validation accuracy per epoch, computed in the SLP spreadsheet (80 training / 20 validation samples).</a:t>
            </a:r>
          </a:p>
        </p:txBody>
      </p:sp>
      <p:pic>
        <p:nvPicPr>
          <p:cNvPr id="5" name="Picture 4" descr="p2_acc_she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72" y="1536192"/>
            <a:ext cx="7767655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94960"/>
            <a:ext cx="801014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Training accuracy rises 52.50% → 97.50%. Validation holds at 50.00% for four epochs, then jumps to 90.00% once the decision boundary crosses the held-out Versicolour samples.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6108192"/>
            <a:ext cx="54864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39B"/>
                </a:solidFill>
                <a:latin typeface="Gama-Sans-Regula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1416B"/>
                </a:solidFill>
                <a:latin typeface="Gama-Sans-Bold"/>
              </a:rPr>
              <a:t>Accuracy — Python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05840"/>
            <a:ext cx="731520" cy="41148"/>
          </a:xfrm>
          <a:prstGeom prst="rect">
            <a:avLst/>
          </a:prstGeom>
          <a:solidFill>
            <a:srgbClr val="01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939B"/>
                </a:solidFill>
                <a:latin typeface="Gama-Sans-Regular"/>
              </a:rPr>
              <a:t>The same run reproduced by SLP-python.py — identical initialisation, update rule and sample order.</a:t>
            </a:r>
          </a:p>
        </p:txBody>
      </p:sp>
      <p:pic>
        <p:nvPicPr>
          <p:cNvPr id="5" name="Picture 4" descr="p3_acc_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66" y="1536192"/>
            <a:ext cx="7553866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94960"/>
            <a:ext cx="801014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Every epoch matches the spreadsheet exactly: 52.50%, 93.75%, 95.00%, 97.50%, 97.50% (training) and 50.00% ×4 then 90.00% (validation).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6108192"/>
            <a:ext cx="54864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39B"/>
                </a:solidFill>
                <a:latin typeface="Gama-Sans-Regula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1416B"/>
                </a:solidFill>
                <a:latin typeface="Gama-Sans-Bold"/>
              </a:rPr>
              <a:t>Loss (MSE) — Google Sheets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05840"/>
            <a:ext cx="731520" cy="41148"/>
          </a:xfrm>
          <a:prstGeom prst="rect">
            <a:avLst/>
          </a:prstGeom>
          <a:solidFill>
            <a:srgbClr val="01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939B"/>
                </a:solidFill>
                <a:latin typeface="Gama-Sans-Regular"/>
              </a:rPr>
              <a:t>Mean Sum-Square-Error per epoch, averaged over each split in the spreadsheet.</a:t>
            </a:r>
          </a:p>
        </p:txBody>
      </p:sp>
      <p:pic>
        <p:nvPicPr>
          <p:cNvPr id="5" name="Picture 4" descr="p4_loss_she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72" y="1536192"/>
            <a:ext cx="7767655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94960"/>
            <a:ext cx="801014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Training loss falls 0.449439 → 0.017130, the steepest drop in epoch 2. Validation loss decreases steadily 0.371174 → 0.116033 — no divergence, so the model is not overfitting.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6108192"/>
            <a:ext cx="54864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39B"/>
                </a:solidFill>
                <a:latin typeface="Gama-Sans-Regula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1416B"/>
                </a:solidFill>
                <a:latin typeface="Gama-Sans-Bold"/>
              </a:rPr>
              <a:t>Loss (MSE) — Python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05840"/>
            <a:ext cx="731520" cy="41148"/>
          </a:xfrm>
          <a:prstGeom prst="rect">
            <a:avLst/>
          </a:prstGeom>
          <a:solidFill>
            <a:srgbClr val="01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939B"/>
                </a:solidFill>
                <a:latin typeface="Gama-Sans-Regular"/>
              </a:rPr>
              <a:t>Loss curves produced by SLP-python.py for the same five epochs.</a:t>
            </a:r>
          </a:p>
        </p:txBody>
      </p:sp>
      <p:pic>
        <p:nvPicPr>
          <p:cNvPr id="5" name="Picture 4" descr="p5_loss_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66" y="1536192"/>
            <a:ext cx="7553866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94960"/>
            <a:ext cx="801014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Training loss reproduces the spreadsheet's Sum-Square-Error column exactly — 0.4494387188, 0.0511854607, 0.0332093816, 0.0230762321, 0.0171304299 — confirming both implementations follow the same update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6108192"/>
            <a:ext cx="54864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39B"/>
                </a:solidFill>
                <a:latin typeface="Gama-Sans-Regula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1416B"/>
                </a:solidFill>
                <a:latin typeface="Gama-Sans-Bold"/>
              </a:rPr>
              <a:t>Source 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05840"/>
            <a:ext cx="731520" cy="41148"/>
          </a:xfrm>
          <a:prstGeom prst="rect">
            <a:avLst/>
          </a:prstGeom>
          <a:solidFill>
            <a:srgbClr val="01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939B"/>
                </a:solidFill>
                <a:latin typeface="Gama-Sans-Regular"/>
              </a:rPr>
              <a:t>Spreadsheet and source code for Tasks 1 and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11095"/>
            <a:ext cx="50292" cy="1280160"/>
          </a:xfrm>
          <a:prstGeom prst="rect">
            <a:avLst/>
          </a:prstGeom>
          <a:solidFill>
            <a:srgbClr val="01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1416B"/>
                </a:solidFill>
                <a:latin typeface="Gama-Sans-Bold"/>
              </a:rPr>
              <a:t>01  Google Spreadsheet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79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939B"/>
                </a:solidFill>
                <a:latin typeface="Gama-Sans-Regular"/>
              </a:rPr>
              <a:t>Task 1 — SLP worksheet, 5 epochs, 80 training / 20 validation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7680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E426B"/>
                </a:solidFill>
                <a:latin typeface="Gama-Sans-Regular"/>
                <a:hlinkClick r:id="rId2"/>
              </a:rPr>
              <a:t>https://docs.google.com/spreadsheets/d/1yhi8ASebpmljJ3NpYQ7NmxlWLmhGOI6W/edit?gid=1211907647#gid=1211907647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59936"/>
            <a:ext cx="50292" cy="1280160"/>
          </a:xfrm>
          <a:prstGeom prst="rect">
            <a:avLst/>
          </a:prstGeom>
          <a:solidFill>
            <a:srgbClr val="01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1416B"/>
                </a:solidFill>
                <a:latin typeface="Gama-Sans-Bold"/>
              </a:rPr>
              <a:t>02  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939B"/>
                </a:solidFill>
                <a:latin typeface="Gama-Sans-Regular"/>
              </a:rPr>
              <a:t>Task 2 — SLP-python.py, the Python implementation of the same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36592"/>
            <a:ext cx="7680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0E426B"/>
                </a:solidFill>
                <a:latin typeface="Gama-Sans-Regular"/>
              </a:rPr>
              <a:t>{{GITHUB_REPO_URL}}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6108192"/>
            <a:ext cx="54864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39B"/>
                </a:solidFill>
                <a:latin typeface="Gama-Sans-Regula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1416B"/>
                </a:solidFill>
                <a:latin typeface="Gama-Sans-Bold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05840"/>
            <a:ext cx="731520" cy="41148"/>
          </a:xfrm>
          <a:prstGeom prst="rect">
            <a:avLst/>
          </a:prstGeom>
          <a:solidFill>
            <a:srgbClr val="014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416B"/>
                </a:solidFill>
                <a:latin typeface="Gama-Sans-Bold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Afiahayati. (2026). Linear Classifier — Single Layer Perceptron [Lecture slides]. Department of Computer Science and Electronics, Universitas Gadjah Mada.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416B"/>
                </a:solidFill>
                <a:latin typeface="Gama-Sans-Bold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Rosenblatt, F. (1958). The perceptron: A probabilistic model for information storage and organization in the brain. Psychological Review, 65(6), 386–408.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5292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416B"/>
                </a:solidFill>
                <a:latin typeface="Gama-Sans-Bold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Fisher, R. A. (1936). The use of multiple measurements in taxonomic problems. Annals of Eugenics, 7(2), 179–188.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9300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416B"/>
                </a:solidFill>
                <a:latin typeface="Gama-Sans-Bold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93008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Dua, D., &amp; Graff, C. (2019). Iris Data Set. UCI Machine Learning Repository. https://archive.ics.uci.edu/dataset/53/iris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3308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416B"/>
                </a:solidFill>
                <a:latin typeface="Gama-Sans-Bold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33088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UCI Machine Learning. (2016). Iris Species [Data set]. Kaggle. https://www.kaggle.com/datasets/uciml/iris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7316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416B"/>
                </a:solidFill>
                <a:latin typeface="Gama-Sans-Bold"/>
              </a:rP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73168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Goodfellow, I., Bengio, Y., &amp; Courville, A. (2016). Deep Learning. MIT Press.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1324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1416B"/>
                </a:solidFill>
                <a:latin typeface="Gama-Sans-Bold"/>
              </a:rP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13248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A646E"/>
                </a:solidFill>
                <a:latin typeface="Gama-Sans-Regular"/>
              </a:rPr>
              <a:t>Harris, C. R., et al. (2020). Array programming with NumPy. Nature, 585, 357–362.  ·  Hunter, J. D. (2007). Matplotlib: A 2D graphics environment. Computing in Science &amp; Engineering, 9(3), 90–95.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6108192"/>
            <a:ext cx="54864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A939B"/>
                </a:solidFill>
                <a:latin typeface="Gama-Sans-Regular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116</Words>
  <Application>Microsoft Macintosh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Gama-Sans</vt:lpstr>
      <vt:lpstr>Gama-Sans-Bold</vt:lpstr>
      <vt:lpstr>Gama-Sans-Regular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noorqa.zanial.a</dc:creator>
  <cp:lastModifiedBy>Jaza Ramada (Omnicom)</cp:lastModifiedBy>
  <cp:revision>6</cp:revision>
  <dcterms:created xsi:type="dcterms:W3CDTF">2022-08-09T23:17:09Z</dcterms:created>
  <dcterms:modified xsi:type="dcterms:W3CDTF">2026-07-31T04:22:05Z</dcterms:modified>
</cp:coreProperties>
</file>